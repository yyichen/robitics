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61" r:id="rId4"/>
    <p:sldId id="260" r:id="rId5"/>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80"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F62317-0552-4EB1-A816-2DDBEE08EDD0}" type="datetimeFigureOut">
              <a:rPr lang="en-SG" smtClean="0"/>
              <a:t>10/7/2026</a:t>
            </a:fld>
            <a:endParaRPr lang="en-S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4E2A3C-565A-461E-9F7B-F35B4A12C8CB}" type="slidenum">
              <a:rPr lang="en-SG" smtClean="0"/>
              <a:t>‹#›</a:t>
            </a:fld>
            <a:endParaRPr lang="en-SG"/>
          </a:p>
        </p:txBody>
      </p:sp>
    </p:spTree>
    <p:extLst>
      <p:ext uri="{BB962C8B-B14F-4D97-AF65-F5344CB8AC3E}">
        <p14:creationId xmlns:p14="http://schemas.microsoft.com/office/powerpoint/2010/main" val="4243377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SG"/>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1720A162-2A8C-4D01-A24B-A50D9699FE2F}" type="datetime1">
              <a:rPr lang="en-SG" smtClean="0"/>
              <a:t>10/7/2026</a:t>
            </a:fld>
            <a:endParaRPr lang="en-SG"/>
          </a:p>
        </p:txBody>
      </p:sp>
      <p:sp>
        <p:nvSpPr>
          <p:cNvPr id="5" name="Footer Placeholder 4"/>
          <p:cNvSpPr>
            <a:spLocks noGrp="1"/>
          </p:cNvSpPr>
          <p:nvPr>
            <p:ph type="ftr" sz="quarter" idx="11"/>
          </p:nvPr>
        </p:nvSpPr>
        <p:spPr/>
        <p:txBody>
          <a:bodyPr/>
          <a:lstStyle/>
          <a:p>
            <a:r>
              <a:rPr lang="en-SG"/>
              <a:t>[SWS3009 - Let's Start]</a:t>
            </a:r>
          </a:p>
        </p:txBody>
      </p:sp>
      <p:sp>
        <p:nvSpPr>
          <p:cNvPr id="6" name="Slide Number Placeholder 5"/>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2306397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A76F03EF-A66D-4AC1-9C03-BC6FB127AC26}" type="datetime1">
              <a:rPr lang="en-SG" smtClean="0"/>
              <a:t>10/7/2026</a:t>
            </a:fld>
            <a:endParaRPr lang="en-SG"/>
          </a:p>
        </p:txBody>
      </p:sp>
      <p:sp>
        <p:nvSpPr>
          <p:cNvPr id="5" name="Footer Placeholder 4"/>
          <p:cNvSpPr>
            <a:spLocks noGrp="1"/>
          </p:cNvSpPr>
          <p:nvPr>
            <p:ph type="ftr" sz="quarter" idx="11"/>
          </p:nvPr>
        </p:nvSpPr>
        <p:spPr/>
        <p:txBody>
          <a:bodyPr/>
          <a:lstStyle/>
          <a:p>
            <a:r>
              <a:rPr lang="en-SG"/>
              <a:t>[SWS3009 - Let's Start]</a:t>
            </a:r>
          </a:p>
        </p:txBody>
      </p:sp>
      <p:sp>
        <p:nvSpPr>
          <p:cNvPr id="6" name="Slide Number Placeholder 5"/>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321531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1E0FF-10D9-4D30-8980-06BA404AC4B9}" type="datetime1">
              <a:rPr lang="en-SG" smtClean="0"/>
              <a:t>10/7/2026</a:t>
            </a:fld>
            <a:endParaRPr lang="en-SG"/>
          </a:p>
        </p:txBody>
      </p:sp>
      <p:sp>
        <p:nvSpPr>
          <p:cNvPr id="5" name="Footer Placeholder 4"/>
          <p:cNvSpPr>
            <a:spLocks noGrp="1"/>
          </p:cNvSpPr>
          <p:nvPr>
            <p:ph type="ftr" sz="quarter" idx="11"/>
          </p:nvPr>
        </p:nvSpPr>
        <p:spPr/>
        <p:txBody>
          <a:bodyPr/>
          <a:lstStyle/>
          <a:p>
            <a:r>
              <a:rPr lang="en-SG"/>
              <a:t>[SWS3009 - Let's Start]</a:t>
            </a:r>
          </a:p>
        </p:txBody>
      </p:sp>
      <p:sp>
        <p:nvSpPr>
          <p:cNvPr id="6" name="Slide Number Placeholder 5"/>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1595703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FB1D8E17-7347-4525-A79B-6BA810DB9D0C}" type="datetime1">
              <a:rPr lang="en-SG" smtClean="0"/>
              <a:t>10/7/2026</a:t>
            </a:fld>
            <a:endParaRPr lang="en-SG"/>
          </a:p>
        </p:txBody>
      </p:sp>
      <p:sp>
        <p:nvSpPr>
          <p:cNvPr id="6" name="Footer Placeholder 5"/>
          <p:cNvSpPr>
            <a:spLocks noGrp="1"/>
          </p:cNvSpPr>
          <p:nvPr>
            <p:ph type="ftr" sz="quarter" idx="11"/>
          </p:nvPr>
        </p:nvSpPr>
        <p:spPr/>
        <p:txBody>
          <a:bodyPr/>
          <a:lstStyle/>
          <a:p>
            <a:r>
              <a:rPr lang="en-SG"/>
              <a:t>[SWS3009 - Let's Start]</a:t>
            </a:r>
          </a:p>
        </p:txBody>
      </p:sp>
      <p:sp>
        <p:nvSpPr>
          <p:cNvPr id="7" name="Slide Number Placeholder 6"/>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485787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910D59AF-37A9-4287-B7EE-427320521A31}" type="datetime1">
              <a:rPr lang="en-SG" smtClean="0"/>
              <a:t>10/7/2026</a:t>
            </a:fld>
            <a:endParaRPr lang="en-SG"/>
          </a:p>
        </p:txBody>
      </p:sp>
      <p:sp>
        <p:nvSpPr>
          <p:cNvPr id="8" name="Footer Placeholder 7"/>
          <p:cNvSpPr>
            <a:spLocks noGrp="1"/>
          </p:cNvSpPr>
          <p:nvPr>
            <p:ph type="ftr" sz="quarter" idx="11"/>
          </p:nvPr>
        </p:nvSpPr>
        <p:spPr/>
        <p:txBody>
          <a:bodyPr/>
          <a:lstStyle/>
          <a:p>
            <a:r>
              <a:rPr lang="en-SG"/>
              <a:t>[SWS3009 - Let's Start]</a:t>
            </a:r>
          </a:p>
        </p:txBody>
      </p:sp>
      <p:sp>
        <p:nvSpPr>
          <p:cNvPr id="9" name="Slide Number Placeholder 8"/>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2650264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87F63EFB-37F5-448F-86CF-E79BD9D4692E}" type="datetime1">
              <a:rPr lang="en-SG" smtClean="0"/>
              <a:t>10/7/2026</a:t>
            </a:fld>
            <a:endParaRPr lang="en-SG"/>
          </a:p>
        </p:txBody>
      </p:sp>
      <p:sp>
        <p:nvSpPr>
          <p:cNvPr id="4" name="Footer Placeholder 3"/>
          <p:cNvSpPr>
            <a:spLocks noGrp="1"/>
          </p:cNvSpPr>
          <p:nvPr>
            <p:ph type="ftr" sz="quarter" idx="11"/>
          </p:nvPr>
        </p:nvSpPr>
        <p:spPr/>
        <p:txBody>
          <a:bodyPr/>
          <a:lstStyle/>
          <a:p>
            <a:r>
              <a:rPr lang="en-SG"/>
              <a:t>[SWS3009 - Let's Start]</a:t>
            </a:r>
          </a:p>
        </p:txBody>
      </p:sp>
      <p:sp>
        <p:nvSpPr>
          <p:cNvPr id="5" name="Slide Number Placeholder 4"/>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194561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C161F5-F227-4B48-A5AB-53342359B2DC}" type="datetime1">
              <a:rPr lang="en-SG" smtClean="0"/>
              <a:t>10/7/2026</a:t>
            </a:fld>
            <a:endParaRPr lang="en-SG"/>
          </a:p>
        </p:txBody>
      </p:sp>
      <p:sp>
        <p:nvSpPr>
          <p:cNvPr id="3" name="Footer Placeholder 2"/>
          <p:cNvSpPr>
            <a:spLocks noGrp="1"/>
          </p:cNvSpPr>
          <p:nvPr>
            <p:ph type="ftr" sz="quarter" idx="11"/>
          </p:nvPr>
        </p:nvSpPr>
        <p:spPr/>
        <p:txBody>
          <a:bodyPr/>
          <a:lstStyle/>
          <a:p>
            <a:r>
              <a:rPr lang="en-SG"/>
              <a:t>[SWS3009 - Let's Start]</a:t>
            </a:r>
          </a:p>
        </p:txBody>
      </p:sp>
      <p:sp>
        <p:nvSpPr>
          <p:cNvPr id="4" name="Slide Number Placeholder 3"/>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1395182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8EF140-C570-4F8D-8B74-5FFD2F40EBF0}" type="datetime1">
              <a:rPr lang="en-SG" smtClean="0"/>
              <a:t>10/7/2026</a:t>
            </a:fld>
            <a:endParaRPr lang="en-SG"/>
          </a:p>
        </p:txBody>
      </p:sp>
      <p:sp>
        <p:nvSpPr>
          <p:cNvPr id="6" name="Footer Placeholder 5"/>
          <p:cNvSpPr>
            <a:spLocks noGrp="1"/>
          </p:cNvSpPr>
          <p:nvPr>
            <p:ph type="ftr" sz="quarter" idx="11"/>
          </p:nvPr>
        </p:nvSpPr>
        <p:spPr/>
        <p:txBody>
          <a:bodyPr/>
          <a:lstStyle/>
          <a:p>
            <a:r>
              <a:rPr lang="en-SG"/>
              <a:t>[SWS3009 - Let's Start]</a:t>
            </a:r>
          </a:p>
        </p:txBody>
      </p:sp>
      <p:sp>
        <p:nvSpPr>
          <p:cNvPr id="7" name="Slide Number Placeholder 6"/>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4108317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750A0A-E6B5-45C2-BE36-697153565AC3}" type="datetime1">
              <a:rPr lang="en-SG" smtClean="0"/>
              <a:t>10/7/2026</a:t>
            </a:fld>
            <a:endParaRPr lang="en-SG"/>
          </a:p>
        </p:txBody>
      </p:sp>
      <p:sp>
        <p:nvSpPr>
          <p:cNvPr id="6" name="Footer Placeholder 5"/>
          <p:cNvSpPr>
            <a:spLocks noGrp="1"/>
          </p:cNvSpPr>
          <p:nvPr>
            <p:ph type="ftr" sz="quarter" idx="11"/>
          </p:nvPr>
        </p:nvSpPr>
        <p:spPr/>
        <p:txBody>
          <a:bodyPr/>
          <a:lstStyle/>
          <a:p>
            <a:r>
              <a:rPr lang="en-SG"/>
              <a:t>[SWS3009 - Let's Start]</a:t>
            </a:r>
          </a:p>
        </p:txBody>
      </p:sp>
      <p:sp>
        <p:nvSpPr>
          <p:cNvPr id="7" name="Slide Number Placeholder 6"/>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3017433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FFB946A1-A773-4532-8FC2-96F7FBB9593B}" type="datetime1">
              <a:rPr lang="en-SG" smtClean="0"/>
              <a:t>10/7/2026</a:t>
            </a:fld>
            <a:endParaRPr lang="en-SG"/>
          </a:p>
        </p:txBody>
      </p:sp>
      <p:sp>
        <p:nvSpPr>
          <p:cNvPr id="5" name="Footer Placeholder 4"/>
          <p:cNvSpPr>
            <a:spLocks noGrp="1"/>
          </p:cNvSpPr>
          <p:nvPr>
            <p:ph type="ftr" sz="quarter" idx="11"/>
          </p:nvPr>
        </p:nvSpPr>
        <p:spPr/>
        <p:txBody>
          <a:bodyPr/>
          <a:lstStyle/>
          <a:p>
            <a:r>
              <a:rPr lang="en-SG"/>
              <a:t>[SWS3009 - Let's Start]</a:t>
            </a:r>
          </a:p>
        </p:txBody>
      </p:sp>
      <p:sp>
        <p:nvSpPr>
          <p:cNvPr id="6" name="Slide Number Placeholder 5"/>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241260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66D94867-B4DE-4BFE-A82D-F634969659EB}" type="datetime1">
              <a:rPr lang="en-SG" smtClean="0"/>
              <a:t>10/7/2026</a:t>
            </a:fld>
            <a:endParaRPr lang="en-SG"/>
          </a:p>
        </p:txBody>
      </p:sp>
      <p:sp>
        <p:nvSpPr>
          <p:cNvPr id="5" name="Footer Placeholder 4"/>
          <p:cNvSpPr>
            <a:spLocks noGrp="1"/>
          </p:cNvSpPr>
          <p:nvPr>
            <p:ph type="ftr" sz="quarter" idx="11"/>
          </p:nvPr>
        </p:nvSpPr>
        <p:spPr/>
        <p:txBody>
          <a:bodyPr/>
          <a:lstStyle/>
          <a:p>
            <a:r>
              <a:rPr lang="en-SG"/>
              <a:t>[SWS3009 - Let's Start]</a:t>
            </a:r>
          </a:p>
        </p:txBody>
      </p:sp>
      <p:sp>
        <p:nvSpPr>
          <p:cNvPr id="6" name="Slide Number Placeholder 5"/>
          <p:cNvSpPr>
            <a:spLocks noGrp="1"/>
          </p:cNvSpPr>
          <p:nvPr>
            <p:ph type="sldNum" sz="quarter" idx="12"/>
          </p:nvPr>
        </p:nvSpPr>
        <p:spPr/>
        <p:txBody>
          <a:bodyPr/>
          <a:lstStyle/>
          <a:p>
            <a:fld id="{B01F7775-6B48-4861-8AEE-F4A07359BEA0}" type="slidenum">
              <a:rPr lang="en-SG" smtClean="0"/>
              <a:t>‹#›</a:t>
            </a:fld>
            <a:endParaRPr lang="en-SG"/>
          </a:p>
        </p:txBody>
      </p:sp>
    </p:spTree>
    <p:extLst>
      <p:ext uri="{BB962C8B-B14F-4D97-AF65-F5344CB8AC3E}">
        <p14:creationId xmlns:p14="http://schemas.microsoft.com/office/powerpoint/2010/main" val="2012911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8C15E3-B62A-4241-AB08-D3979BE4A8F8}" type="datetime1">
              <a:rPr lang="en-SG" smtClean="0"/>
              <a:t>10/7/2026</a:t>
            </a:fld>
            <a:endParaRPr lang="en-SG"/>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SG"/>
              <a:t>[SWS3009 - Let's Start]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1F7775-6B48-4861-8AEE-F4A07359BEA0}" type="slidenum">
              <a:rPr lang="en-SG" smtClean="0"/>
              <a:t>‹#›</a:t>
            </a:fld>
            <a:endParaRPr lang="en-SG"/>
          </a:p>
        </p:txBody>
      </p:sp>
    </p:spTree>
    <p:extLst>
      <p:ext uri="{BB962C8B-B14F-4D97-AF65-F5344CB8AC3E}">
        <p14:creationId xmlns:p14="http://schemas.microsoft.com/office/powerpoint/2010/main" val="433017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Team 11 – </a:t>
            </a:r>
            <a:r>
              <a:rPr lang="zh-CN" altLang="zh-CN" dirty="0"/>
              <a:t>Loss Hunters</a:t>
            </a:r>
            <a:endParaRPr lang="en-SG" dirty="0"/>
          </a:p>
        </p:txBody>
      </p:sp>
      <p:sp>
        <p:nvSpPr>
          <p:cNvPr id="3" name="Subtitle 2"/>
          <p:cNvSpPr>
            <a:spLocks noGrp="1"/>
          </p:cNvSpPr>
          <p:nvPr>
            <p:ph type="subTitle" idx="1"/>
          </p:nvPr>
        </p:nvSpPr>
        <p:spPr/>
        <p:txBody>
          <a:bodyPr/>
          <a:lstStyle/>
          <a:p>
            <a:r>
              <a:rPr lang="zh-CN" altLang="zh-CN" dirty="0"/>
              <a:t>Seek, Detect, Recover.</a:t>
            </a:r>
            <a:endParaRPr lang="en-SG" dirty="0"/>
          </a:p>
        </p:txBody>
      </p:sp>
      <p:sp>
        <p:nvSpPr>
          <p:cNvPr id="4" name="Footer Placeholder 3"/>
          <p:cNvSpPr>
            <a:spLocks noGrp="1"/>
          </p:cNvSpPr>
          <p:nvPr>
            <p:ph type="ftr" sz="quarter" idx="11"/>
          </p:nvPr>
        </p:nvSpPr>
        <p:spPr/>
        <p:txBody>
          <a:bodyPr/>
          <a:lstStyle/>
          <a:p>
            <a:r>
              <a:rPr lang="en-SG"/>
              <a:t>[SWS3009 - Let's Start]</a:t>
            </a:r>
          </a:p>
        </p:txBody>
      </p:sp>
    </p:spTree>
    <p:extLst>
      <p:ext uri="{BB962C8B-B14F-4D97-AF65-F5344CB8AC3E}">
        <p14:creationId xmlns:p14="http://schemas.microsoft.com/office/powerpoint/2010/main" val="345328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US" dirty="0"/>
              <a:t>Team Members</a:t>
            </a:r>
            <a:endParaRPr lang="en-SG"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1484784"/>
            <a:ext cx="9096375"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Footer Placeholder 5"/>
          <p:cNvSpPr>
            <a:spLocks noGrp="1"/>
          </p:cNvSpPr>
          <p:nvPr>
            <p:ph type="ftr" sz="quarter" idx="11"/>
          </p:nvPr>
        </p:nvSpPr>
        <p:spPr/>
        <p:txBody>
          <a:bodyPr/>
          <a:lstStyle/>
          <a:p>
            <a:r>
              <a:rPr lang="en-SG" dirty="0"/>
              <a:t>[SWS3009 - Let's Start]</a:t>
            </a:r>
          </a:p>
        </p:txBody>
      </p:sp>
      <p:pic>
        <p:nvPicPr>
          <p:cNvPr id="8" name="图片 7">
            <a:extLst>
              <a:ext uri="{FF2B5EF4-FFF2-40B4-BE49-F238E27FC236}">
                <a16:creationId xmlns:a16="http://schemas.microsoft.com/office/drawing/2014/main" id="{42705099-1AD8-F1E2-62DA-9A4E1D7C1B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81643"/>
            <a:ext cx="9144000" cy="5178232"/>
          </a:xfrm>
          <a:prstGeom prst="rect">
            <a:avLst/>
          </a:prstGeom>
        </p:spPr>
      </p:pic>
    </p:spTree>
    <p:extLst>
      <p:ext uri="{BB962C8B-B14F-4D97-AF65-F5344CB8AC3E}">
        <p14:creationId xmlns:p14="http://schemas.microsoft.com/office/powerpoint/2010/main" val="237103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4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Aims</a:t>
            </a:r>
          </a:p>
        </p:txBody>
      </p:sp>
      <p:sp>
        <p:nvSpPr>
          <p:cNvPr id="3" name="Content Placeholder 2"/>
          <p:cNvSpPr>
            <a:spLocks noGrp="1"/>
          </p:cNvSpPr>
          <p:nvPr>
            <p:ph idx="1"/>
          </p:nvPr>
        </p:nvSpPr>
        <p:spPr/>
        <p:txBody>
          <a:bodyPr/>
          <a:lstStyle/>
          <a:p>
            <a:r>
              <a:rPr lang="zh-CN" altLang="zh-CN" dirty="0"/>
              <a:t>In this program, we hope to understand how robotics, deep learning, and tele-operation can work together in a real-world system. We aim to build a robot that can perceive its environment, recognize target objects, and support remote human control. Through this project, we want to improve our skills in hardware integration, computer vision, system design, and teamwork.</a:t>
            </a:r>
            <a:endParaRPr lang="en-US" dirty="0"/>
          </a:p>
        </p:txBody>
      </p:sp>
      <p:sp>
        <p:nvSpPr>
          <p:cNvPr id="4" name="Footer Placeholder 3"/>
          <p:cNvSpPr>
            <a:spLocks noGrp="1"/>
          </p:cNvSpPr>
          <p:nvPr>
            <p:ph type="ftr" sz="quarter" idx="11"/>
          </p:nvPr>
        </p:nvSpPr>
        <p:spPr/>
        <p:txBody>
          <a:bodyPr/>
          <a:lstStyle/>
          <a:p>
            <a:r>
              <a:rPr lang="en-SG"/>
              <a:t>[SWS3009 - Let's Start]</a:t>
            </a:r>
          </a:p>
        </p:txBody>
      </p:sp>
    </p:spTree>
    <p:extLst>
      <p:ext uri="{BB962C8B-B14F-4D97-AF65-F5344CB8AC3E}">
        <p14:creationId xmlns:p14="http://schemas.microsoft.com/office/powerpoint/2010/main" val="3106025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Baseline Model Specification</a:t>
            </a:r>
            <a:endParaRPr lang="en-SG" dirty="0"/>
          </a:p>
        </p:txBody>
      </p:sp>
      <p:sp>
        <p:nvSpPr>
          <p:cNvPr id="3" name="Content Placeholder 2"/>
          <p:cNvSpPr>
            <a:spLocks noGrp="1"/>
          </p:cNvSpPr>
          <p:nvPr>
            <p:ph idx="1"/>
          </p:nvPr>
        </p:nvSpPr>
        <p:spPr>
          <a:xfrm>
            <a:off x="457200" y="1412776"/>
            <a:ext cx="8229600" cy="5184576"/>
          </a:xfrm>
        </p:spPr>
        <p:txBody>
          <a:bodyPr>
            <a:normAutofit fontScale="77500" lnSpcReduction="20000"/>
          </a:bodyPr>
          <a:lstStyle/>
          <a:p>
            <a:r>
              <a:rPr lang="zh-CN" altLang="zh-CN" b="1" dirty="0"/>
              <a:t>Visual Perception</a:t>
            </a:r>
            <a:br>
              <a:rPr lang="zh-CN" altLang="zh-CN" dirty="0"/>
            </a:br>
            <a:r>
              <a:rPr lang="zh-CN" altLang="zh-CN" dirty="0"/>
              <a:t>Detect small objects and determine whether the user is watching.</a:t>
            </a:r>
            <a:br>
              <a:rPr lang="zh-CN" altLang="zh-CN" dirty="0"/>
            </a:br>
            <a:r>
              <a:rPr lang="zh-CN" altLang="zh-CN" i="1" dirty="0"/>
              <a:t>Solution: use object detection and face/head-pose recognition.</a:t>
            </a:r>
            <a:endParaRPr lang="zh-CN" altLang="zh-CN" dirty="0"/>
          </a:p>
          <a:p>
            <a:r>
              <a:rPr lang="zh-CN" altLang="zh-CN" b="1" dirty="0"/>
              <a:t>Precise Interaction</a:t>
            </a:r>
            <a:br>
              <a:rPr lang="zh-CN" altLang="zh-CN" dirty="0"/>
            </a:br>
            <a:r>
              <a:rPr lang="zh-CN" altLang="zh-CN" dirty="0"/>
              <a:t>Move or hide objects safely without falling from the desk.</a:t>
            </a:r>
            <a:br>
              <a:rPr lang="zh-CN" altLang="zh-CN" dirty="0"/>
            </a:br>
            <a:r>
              <a:rPr lang="zh-CN" altLang="zh-CN" i="1" dirty="0"/>
              <a:t>Solution: use edge sensors, low-speed control, and a simple scoop or magnet.</a:t>
            </a:r>
            <a:endParaRPr lang="zh-CN" altLang="zh-CN" dirty="0"/>
          </a:p>
          <a:p>
            <a:r>
              <a:rPr lang="zh-CN" altLang="zh-CN" b="1" dirty="0"/>
              <a:t>System Integration</a:t>
            </a:r>
            <a:br>
              <a:rPr lang="zh-CN" altLang="zh-CN" dirty="0"/>
            </a:br>
            <a:r>
              <a:rPr lang="zh-CN" altLang="zh-CN" dirty="0"/>
              <a:t>Ensure reliable communication between Raspberry Pi and Arduino.</a:t>
            </a:r>
            <a:br>
              <a:rPr lang="zh-CN" altLang="zh-CN" dirty="0"/>
            </a:br>
            <a:r>
              <a:rPr lang="zh-CN" altLang="zh-CN" i="1" dirty="0"/>
              <a:t>Solution: use serial communication, feedback signals, and manual override.</a:t>
            </a:r>
            <a:endParaRPr lang="zh-CN" altLang="zh-CN" dirty="0"/>
          </a:p>
        </p:txBody>
      </p:sp>
      <p:sp>
        <p:nvSpPr>
          <p:cNvPr id="4" name="Footer Placeholder 3"/>
          <p:cNvSpPr>
            <a:spLocks noGrp="1"/>
          </p:cNvSpPr>
          <p:nvPr>
            <p:ph type="ftr" sz="quarter" idx="11"/>
          </p:nvPr>
        </p:nvSpPr>
        <p:spPr/>
        <p:txBody>
          <a:bodyPr/>
          <a:lstStyle/>
          <a:p>
            <a:r>
              <a:rPr lang="en-SG"/>
              <a:t>[SWS3009 - Let's Start]</a:t>
            </a:r>
          </a:p>
        </p:txBody>
      </p:sp>
    </p:spTree>
    <p:extLst>
      <p:ext uri="{BB962C8B-B14F-4D97-AF65-F5344CB8AC3E}">
        <p14:creationId xmlns:p14="http://schemas.microsoft.com/office/powerpoint/2010/main" val="2768655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COOL Idea - Overview</a:t>
            </a:r>
            <a:endParaRPr lang="en-SG" dirty="0"/>
          </a:p>
        </p:txBody>
      </p:sp>
      <p:sp>
        <p:nvSpPr>
          <p:cNvPr id="3" name="Content Placeholder 2"/>
          <p:cNvSpPr>
            <a:spLocks noGrp="1"/>
          </p:cNvSpPr>
          <p:nvPr>
            <p:ph idx="1"/>
          </p:nvPr>
        </p:nvSpPr>
        <p:spPr/>
        <p:txBody>
          <a:bodyPr/>
          <a:lstStyle/>
          <a:p>
            <a:r>
              <a:rPr lang="zh-CN" altLang="zh-CN" dirty="0"/>
              <a:t>Our advanced model is an AI-powered lost item hunting robot. The robot uses a camera and deep learning object detection to identify target items such as keys, bottles, or bags. It can move around a room, search for objects, and report the detected location to the remote user. The user can also take over control through tele-operation when the robot faces complex situations.</a:t>
            </a:r>
            <a:endParaRPr lang="en-US" dirty="0"/>
          </a:p>
        </p:txBody>
      </p:sp>
      <p:sp>
        <p:nvSpPr>
          <p:cNvPr id="4" name="Footer Placeholder 3"/>
          <p:cNvSpPr>
            <a:spLocks noGrp="1"/>
          </p:cNvSpPr>
          <p:nvPr>
            <p:ph type="ftr" sz="quarter" idx="11"/>
          </p:nvPr>
        </p:nvSpPr>
        <p:spPr/>
        <p:txBody>
          <a:bodyPr/>
          <a:lstStyle/>
          <a:p>
            <a:r>
              <a:rPr lang="en-SG"/>
              <a:t>[SWS3009 - Let's Start]</a:t>
            </a:r>
          </a:p>
        </p:txBody>
      </p:sp>
    </p:spTree>
    <p:extLst>
      <p:ext uri="{BB962C8B-B14F-4D97-AF65-F5344CB8AC3E}">
        <p14:creationId xmlns:p14="http://schemas.microsoft.com/office/powerpoint/2010/main" val="1717460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Problems</a:t>
            </a:r>
            <a:endParaRPr lang="en-SG" dirty="0"/>
          </a:p>
        </p:txBody>
      </p:sp>
      <p:sp>
        <p:nvSpPr>
          <p:cNvPr id="3" name="Content Placeholder 2"/>
          <p:cNvSpPr>
            <a:spLocks noGrp="1"/>
          </p:cNvSpPr>
          <p:nvPr>
            <p:ph idx="1"/>
          </p:nvPr>
        </p:nvSpPr>
        <p:spPr/>
        <p:txBody>
          <a:bodyPr>
            <a:normAutofit fontScale="77500" lnSpcReduction="20000"/>
          </a:bodyPr>
          <a:lstStyle/>
          <a:p>
            <a:r>
              <a:rPr lang="zh-CN" altLang="zh-CN" b="1" dirty="0"/>
              <a:t>Visual Perception</a:t>
            </a:r>
            <a:br>
              <a:rPr lang="zh-CN" altLang="zh-CN" dirty="0"/>
            </a:br>
            <a:r>
              <a:rPr lang="zh-CN" altLang="zh-CN" dirty="0"/>
              <a:t>Detect small objects and determine whether the user is watching.</a:t>
            </a:r>
            <a:br>
              <a:rPr lang="zh-CN" altLang="zh-CN" dirty="0"/>
            </a:br>
            <a:r>
              <a:rPr lang="zh-CN" altLang="zh-CN" i="1" dirty="0"/>
              <a:t>Solution: use object detection and face/head-pose recognition.</a:t>
            </a:r>
            <a:endParaRPr lang="zh-CN" altLang="zh-CN" dirty="0"/>
          </a:p>
          <a:p>
            <a:r>
              <a:rPr lang="zh-CN" altLang="zh-CN" b="1" dirty="0"/>
              <a:t>Precise Interaction</a:t>
            </a:r>
            <a:br>
              <a:rPr lang="zh-CN" altLang="zh-CN" dirty="0"/>
            </a:br>
            <a:r>
              <a:rPr lang="zh-CN" altLang="zh-CN" dirty="0"/>
              <a:t>Move or hide objects safely without falling from the desk.</a:t>
            </a:r>
            <a:br>
              <a:rPr lang="zh-CN" altLang="zh-CN" dirty="0"/>
            </a:br>
            <a:r>
              <a:rPr lang="zh-CN" altLang="zh-CN" i="1" dirty="0"/>
              <a:t>Solution: use edge sensors, low-speed control, and a simple scoop or magnet.</a:t>
            </a:r>
            <a:endParaRPr lang="zh-CN" altLang="zh-CN" dirty="0"/>
          </a:p>
          <a:p>
            <a:r>
              <a:rPr lang="zh-CN" altLang="zh-CN" b="1" dirty="0"/>
              <a:t>System Integration</a:t>
            </a:r>
            <a:br>
              <a:rPr lang="zh-CN" altLang="zh-CN" dirty="0"/>
            </a:br>
            <a:r>
              <a:rPr lang="zh-CN" altLang="zh-CN" dirty="0"/>
              <a:t>Ensure reliable communication between Raspberry Pi and Arduino.</a:t>
            </a:r>
            <a:br>
              <a:rPr lang="zh-CN" altLang="zh-CN" dirty="0"/>
            </a:br>
            <a:r>
              <a:rPr lang="zh-CN" altLang="zh-CN" i="1" dirty="0"/>
              <a:t>Solution: use serial communication, feedback signals, and manual override.</a:t>
            </a:r>
            <a:endParaRPr lang="zh-CN" altLang="zh-CN" dirty="0"/>
          </a:p>
        </p:txBody>
      </p:sp>
      <p:sp>
        <p:nvSpPr>
          <p:cNvPr id="4" name="Footer Placeholder 3"/>
          <p:cNvSpPr>
            <a:spLocks noGrp="1"/>
          </p:cNvSpPr>
          <p:nvPr>
            <p:ph type="ftr" sz="quarter" idx="11"/>
          </p:nvPr>
        </p:nvSpPr>
        <p:spPr/>
        <p:txBody>
          <a:bodyPr/>
          <a:lstStyle/>
          <a:p>
            <a:r>
              <a:rPr lang="en-SG"/>
              <a:t>[SWS3009 - Let's Start]</a:t>
            </a:r>
          </a:p>
        </p:txBody>
      </p:sp>
    </p:spTree>
    <p:extLst>
      <p:ext uri="{BB962C8B-B14F-4D97-AF65-F5344CB8AC3E}">
        <p14:creationId xmlns:p14="http://schemas.microsoft.com/office/powerpoint/2010/main" val="3688922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383</Words>
  <Application>Microsoft Office PowerPoint</Application>
  <PresentationFormat>全屏显示(4:3)</PresentationFormat>
  <Paragraphs>21</Paragraphs>
  <Slides>6</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vt:i4>
      </vt:variant>
    </vt:vector>
  </HeadingPairs>
  <TitlesOfParts>
    <vt:vector size="9" baseType="lpstr">
      <vt:lpstr>Arial</vt:lpstr>
      <vt:lpstr>Calibri</vt:lpstr>
      <vt:lpstr>Office Theme</vt:lpstr>
      <vt:lpstr>Team 11 – Loss Hunters</vt:lpstr>
      <vt:lpstr>Team Members</vt:lpstr>
      <vt:lpstr>Our Aims</vt:lpstr>
      <vt:lpstr>Baseline Model Specification</vt:lpstr>
      <vt:lpstr>Our COOL Idea - Overview</vt:lpstr>
      <vt:lpstr>Key Problems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X</dc:title>
  <dc:creator>Soo Yuen Jien</dc:creator>
  <cp:lastModifiedBy>Tianqi Wang [lzkl8025]</cp:lastModifiedBy>
  <cp:revision>12</cp:revision>
  <dcterms:created xsi:type="dcterms:W3CDTF">2016-07-13T12:30:24Z</dcterms:created>
  <dcterms:modified xsi:type="dcterms:W3CDTF">2026-07-10T14:01:07Z</dcterms:modified>
</cp:coreProperties>
</file>